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898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242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624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709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77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858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549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107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551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197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422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B72FC-2490-4E5A-AED9-5C9F32AB9666}" type="datetimeFigureOut">
              <a:rPr lang="es-AR" smtClean="0"/>
              <a:t>27/09/2016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7FA1B-4804-4E5A-BEE5-D76E76120AA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010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053885" y="2126957"/>
            <a:ext cx="10864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8000" dirty="0" err="1" smtClean="0">
                <a:latin typeface="Bernard MT Condensed" panose="02050806060905020404" pitchFamily="18" charset="0"/>
                <a:cs typeface="Aharoni" panose="02010803020104030203" pitchFamily="2" charset="-79"/>
              </a:rPr>
              <a:t>calcuLEMUs</a:t>
            </a:r>
            <a:endParaRPr lang="es-AR" sz="18000" dirty="0">
              <a:latin typeface="Bernard MT Condensed" panose="020508060609050204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44550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Aharoni</vt:lpstr>
      <vt:lpstr>Arial</vt:lpstr>
      <vt:lpstr>Bernard MT Condensed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Federico Jorge Letourneau</dc:creator>
  <cp:lastModifiedBy>Federico Jorge Letourneau</cp:lastModifiedBy>
  <cp:revision>1</cp:revision>
  <dcterms:created xsi:type="dcterms:W3CDTF">2016-09-27T14:03:24Z</dcterms:created>
  <dcterms:modified xsi:type="dcterms:W3CDTF">2016-09-27T14:03:54Z</dcterms:modified>
</cp:coreProperties>
</file>